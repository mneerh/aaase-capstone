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ags/tag121.xml" ContentType="application/vnd.openxmlformats-officedocument.presentationml.tags+xml"/>
  <Override PartName="/ppt/theme/theme3.xml" ContentType="application/vnd.openxmlformats-officedocument.theme+xml"/>
  <Override PartName="/ppt/tags/tag1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5578" r:id="rId5"/>
  </p:sldMasterIdLst>
  <p:notesMasterIdLst>
    <p:notesMasterId r:id="rId17"/>
  </p:notesMasterIdLst>
  <p:handoutMasterIdLst>
    <p:handoutMasterId r:id="rId18"/>
  </p:handoutMasterIdLst>
  <p:sldIdLst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58" r:id="rId16"/>
  </p:sldIdLst>
  <p:sldSz cx="12192000" cy="6858000"/>
  <p:notesSz cx="7010400" cy="9296400"/>
  <p:custShowLst>
    <p:custShow name="Format Guide Workshop" id="0">
      <p:sldLst/>
    </p:custShow>
  </p:custShowLst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273470"/>
    <a:srgbClr val="F2F2F2"/>
    <a:srgbClr val="273370"/>
    <a:srgbClr val="010103"/>
    <a:srgbClr val="C8C8C8"/>
    <a:srgbClr val="BABABA"/>
    <a:srgbClr val="8C8C8C"/>
    <a:srgbClr val="2C397C"/>
    <a:srgbClr val="334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9" autoAdjust="0"/>
    <p:restoredTop sz="96323" autoAdjust="0"/>
  </p:normalViewPr>
  <p:slideViewPr>
    <p:cSldViewPr snapToGrid="0">
      <p:cViewPr varScale="1">
        <p:scale>
          <a:sx n="127" d="100"/>
          <a:sy n="127" d="100"/>
        </p:scale>
        <p:origin x="5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574" y="4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1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>
                <a:latin typeface="Arial" panose="020B0604020202020204" pitchFamily="34" charset="0"/>
              </a:rPr>
              <a:t>7/23/26</a:t>
            </a:fld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29970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pPr algn="ctr"/>
            <a:r>
              <a:rPr lang="ar-SA" sz="800">
                <a:solidFill>
                  <a:srgbClr val="06C258"/>
                </a:solidFill>
                <a:latin typeface="Calibri" panose="020F0502020204030204" pitchFamily="34" charset="0"/>
              </a:rPr>
              <a:t>عام</a:t>
            </a:r>
            <a:endParaRPr lang="en-US" sz="800" dirty="0">
              <a:solidFill>
                <a:srgbClr val="06C25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1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>
                <a:latin typeface="Arial" panose="020B0604020202020204" pitchFamily="34" charset="0"/>
              </a:rPr>
              <a:t>‹#›</a:t>
            </a:fld>
            <a:endParaRPr lang="en-US" sz="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" y="4439529"/>
            <a:ext cx="7008778" cy="4856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6" tIns="46588" rIns="93176" bIns="46588"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+mn-ea"/>
              <a:cs typeface="+mn-cs"/>
              <a:sym typeface="+mn-lt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3143" y="3"/>
            <a:ext cx="2954699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579438"/>
            <a:ext cx="6662738" cy="374808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3176" tIns="46588" rIns="93176" bIns="4658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01208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ctr">
              <a:defRPr lang="ar-SA" sz="800" b="0" i="0" u="none">
                <a:solidFill>
                  <a:srgbClr val="06C258"/>
                </a:solidFill>
                <a:latin typeface="Calibri" panose="020F0502020204030204" pitchFamily="34" charset="0"/>
              </a:defRPr>
            </a:lvl1pPr>
          </a:lstStyle>
          <a:p>
            <a:r>
              <a:rPr lang="ar-SA"/>
              <a:t>عام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01208"/>
            <a:ext cx="2945302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1772" y="4745447"/>
            <a:ext cx="6469091" cy="3793564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2C7CF5F-7CF3-4DF3-838A-EE34544862CC}" type="datetimeFigureOut">
              <a:rPr lang="en-US" smtClean="0">
                <a:latin typeface="Arial" panose="020B0604020202020204" pitchFamily="34" charset="0"/>
              </a:rPr>
              <a:pPr/>
              <a:t>7/23/26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9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1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7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8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9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20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2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3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5" Type="http://schemas.openxmlformats.org/officeDocument/2006/relationships/image" Target="../media/image13.png"/><Relationship Id="rId4" Type="http://schemas.openxmlformats.org/officeDocument/2006/relationships/image" Target="../media/image1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4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6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5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6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7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8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9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0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2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3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9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4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5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12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6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8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7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8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39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40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2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1.xml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3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Relationship Id="rId5" Type="http://schemas.openxmlformats.org/officeDocument/2006/relationships/image" Target="../media/image9.png"/><Relationship Id="rId4" Type="http://schemas.openxmlformats.org/officeDocument/2006/relationships/image" Target="../media/image6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5.xml"/><Relationship Id="rId4" Type="http://schemas.openxmlformats.org/officeDocument/2006/relationships/image" Target="../media/image6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6.xml"/><Relationship Id="rId4" Type="http://schemas.openxmlformats.org/officeDocument/2006/relationships/image" Target="../media/image6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7.xml"/><Relationship Id="rId4" Type="http://schemas.openxmlformats.org/officeDocument/2006/relationships/image" Target="../media/image6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8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9.xml"/><Relationship Id="rId4" Type="http://schemas.openxmlformats.org/officeDocument/2006/relationships/image" Target="../media/image6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4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2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3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4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7.xml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8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9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0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5323" y="6476827"/>
            <a:ext cx="1465985" cy="25971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i="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SDAIA-F-CRS-100-01-V1</a:t>
            </a:r>
          </a:p>
        </p:txBody>
      </p:sp>
    </p:spTree>
    <p:extLst>
      <p:ext uri="{BB962C8B-B14F-4D97-AF65-F5344CB8AC3E}">
        <p14:creationId xmlns:p14="http://schemas.microsoft.com/office/powerpoint/2010/main" val="169139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603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3" name="Isosceles Triangle 2"/>
          <p:cNvSpPr/>
          <p:nvPr userDrawn="1"/>
        </p:nvSpPr>
        <p:spPr>
          <a:xfrm rot="16200000">
            <a:off x="9162691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1058525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9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3002185" y="-1"/>
            <a:ext cx="9189814" cy="6858000"/>
            <a:chOff x="0" y="-1"/>
            <a:chExt cx="9189814" cy="6858000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auto">
            <a:xfrm flipH="1">
              <a:off x="0" y="-1"/>
              <a:ext cx="9189814" cy="6858000"/>
            </a:xfrm>
            <a:custGeom>
              <a:avLst/>
              <a:gdLst>
                <a:gd name="connsiteX0" fmla="*/ 0 w 9189814"/>
                <a:gd name="connsiteY0" fmla="*/ 0 h 6858000"/>
                <a:gd name="connsiteX1" fmla="*/ 9189814 w 9189814"/>
                <a:gd name="connsiteY1" fmla="*/ 0 h 6858000"/>
                <a:gd name="connsiteX2" fmla="*/ 9189814 w 9189814"/>
                <a:gd name="connsiteY2" fmla="*/ 6858000 h 6858000"/>
                <a:gd name="connsiteX3" fmla="*/ 2191601 w 9189814"/>
                <a:gd name="connsiteY3" fmla="*/ 6858000 h 6858000"/>
                <a:gd name="connsiteX4" fmla="*/ 2550889 w 9189814"/>
                <a:gd name="connsiteY4" fmla="*/ 6643687 h 6858000"/>
                <a:gd name="connsiteX5" fmla="*/ 2548508 w 9189814"/>
                <a:gd name="connsiteY5" fmla="*/ 6207919 h 6858000"/>
                <a:gd name="connsiteX6" fmla="*/ 2181795 w 9189814"/>
                <a:gd name="connsiteY6" fmla="*/ 6003131 h 6858000"/>
                <a:gd name="connsiteX7" fmla="*/ 2922364 w 9189814"/>
                <a:gd name="connsiteY7" fmla="*/ 5572125 h 6858000"/>
                <a:gd name="connsiteX8" fmla="*/ 3303364 w 9189814"/>
                <a:gd name="connsiteY8" fmla="*/ 5788819 h 6858000"/>
                <a:gd name="connsiteX9" fmla="*/ 3670077 w 9189814"/>
                <a:gd name="connsiteY9" fmla="*/ 5557838 h 6858000"/>
                <a:gd name="connsiteX10" fmla="*/ 3660552 w 9189814"/>
                <a:gd name="connsiteY10" fmla="*/ 3855243 h 6858000"/>
                <a:gd name="connsiteX11" fmla="*/ 3293839 w 9189814"/>
                <a:gd name="connsiteY11" fmla="*/ 3633787 h 6858000"/>
                <a:gd name="connsiteX12" fmla="*/ 3286695 w 9189814"/>
                <a:gd name="connsiteY12" fmla="*/ 2783681 h 6858000"/>
                <a:gd name="connsiteX13" fmla="*/ 3662933 w 9189814"/>
                <a:gd name="connsiteY13" fmla="*/ 2571750 h 6858000"/>
                <a:gd name="connsiteX14" fmla="*/ 3658964 w 9189814"/>
                <a:gd name="connsiteY14" fmla="*/ 2143125 h 6858000"/>
                <a:gd name="connsiteX15" fmla="*/ 2563589 w 9189814"/>
                <a:gd name="connsiteY15" fmla="*/ 1485900 h 6858000"/>
                <a:gd name="connsiteX16" fmla="*/ 2195289 w 9189814"/>
                <a:gd name="connsiteY16" fmla="*/ 1708150 h 6858000"/>
                <a:gd name="connsiteX17" fmla="*/ 1820639 w 9189814"/>
                <a:gd name="connsiteY17" fmla="*/ 1479550 h 6858000"/>
                <a:gd name="connsiteX18" fmla="*/ 1817464 w 9189814"/>
                <a:gd name="connsiteY18" fmla="*/ 1057275 h 6858000"/>
                <a:gd name="connsiteX19" fmla="*/ 0 w 9189814"/>
                <a:gd name="connsiteY19" fmla="*/ 0 h 6858000"/>
                <a:gd name="connsiteX20" fmla="*/ 2925539 w 9189814"/>
                <a:gd name="connsiteY20" fmla="*/ 854076 h 6858000"/>
                <a:gd name="connsiteX21" fmla="*/ 2925539 w 9189814"/>
                <a:gd name="connsiteY21" fmla="*/ 1282701 h 6858000"/>
                <a:gd name="connsiteX22" fmla="*/ 3297014 w 9189814"/>
                <a:gd name="connsiteY22" fmla="*/ 1066801 h 6858000"/>
                <a:gd name="connsiteX23" fmla="*/ 2925539 w 9189814"/>
                <a:gd name="connsiteY23" fmla="*/ 854076 h 6858000"/>
                <a:gd name="connsiteX24" fmla="*/ 4033613 w 9189814"/>
                <a:gd name="connsiteY24" fmla="*/ 1925636 h 6858000"/>
                <a:gd name="connsiteX25" fmla="*/ 4033613 w 9189814"/>
                <a:gd name="connsiteY25" fmla="*/ 2784474 h 6858000"/>
                <a:gd name="connsiteX26" fmla="*/ 4405088 w 9189814"/>
                <a:gd name="connsiteY26" fmla="*/ 2571749 h 6858000"/>
                <a:gd name="connsiteX27" fmla="*/ 4405088 w 9189814"/>
                <a:gd name="connsiteY27" fmla="*/ 2138361 h 6858000"/>
                <a:gd name="connsiteX28" fmla="*/ 4033613 w 9189814"/>
                <a:gd name="connsiteY28" fmla="*/ 1925636 h 6858000"/>
                <a:gd name="connsiteX29" fmla="*/ 3668489 w 9189814"/>
                <a:gd name="connsiteY29" fmla="*/ 2997200 h 6858000"/>
                <a:gd name="connsiteX30" fmla="*/ 3668489 w 9189814"/>
                <a:gd name="connsiteY30" fmla="*/ 3425825 h 6858000"/>
                <a:gd name="connsiteX31" fmla="*/ 4039964 w 9189814"/>
                <a:gd name="connsiteY31" fmla="*/ 3209925 h 6858000"/>
                <a:gd name="connsiteX32" fmla="*/ 3668489 w 9189814"/>
                <a:gd name="connsiteY32" fmla="*/ 29972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89814" h="6858000">
                  <a:moveTo>
                    <a:pt x="0" y="0"/>
                  </a:moveTo>
                  <a:lnTo>
                    <a:pt x="9189814" y="0"/>
                  </a:lnTo>
                  <a:lnTo>
                    <a:pt x="9189814" y="6858000"/>
                  </a:lnTo>
                  <a:lnTo>
                    <a:pt x="2191601" y="6858000"/>
                  </a:lnTo>
                  <a:lnTo>
                    <a:pt x="2550889" y="6643687"/>
                  </a:lnTo>
                  <a:cubicBezTo>
                    <a:pt x="2550095" y="6493668"/>
                    <a:pt x="2549302" y="6357938"/>
                    <a:pt x="2548508" y="6207919"/>
                  </a:cubicBezTo>
                  <a:lnTo>
                    <a:pt x="2181795" y="6003131"/>
                  </a:lnTo>
                  <a:lnTo>
                    <a:pt x="2922364" y="5572125"/>
                  </a:lnTo>
                  <a:lnTo>
                    <a:pt x="3303364" y="5788819"/>
                  </a:lnTo>
                  <a:lnTo>
                    <a:pt x="3670077" y="5557838"/>
                  </a:lnTo>
                  <a:cubicBezTo>
                    <a:pt x="3669283" y="4988719"/>
                    <a:pt x="3661346" y="4424362"/>
                    <a:pt x="3660552" y="3855243"/>
                  </a:cubicBezTo>
                  <a:lnTo>
                    <a:pt x="3293839" y="3633787"/>
                  </a:lnTo>
                  <a:cubicBezTo>
                    <a:pt x="3291458" y="3350418"/>
                    <a:pt x="3289076" y="3067050"/>
                    <a:pt x="3286695" y="2783681"/>
                  </a:cubicBezTo>
                  <a:lnTo>
                    <a:pt x="3662933" y="2571750"/>
                  </a:lnTo>
                  <a:lnTo>
                    <a:pt x="3658964" y="2143125"/>
                  </a:lnTo>
                  <a:lnTo>
                    <a:pt x="2563589" y="1485900"/>
                  </a:lnTo>
                  <a:lnTo>
                    <a:pt x="2195289" y="1708150"/>
                  </a:lnTo>
                  <a:lnTo>
                    <a:pt x="1820639" y="1479550"/>
                  </a:lnTo>
                  <a:cubicBezTo>
                    <a:pt x="1819581" y="1336675"/>
                    <a:pt x="1818522" y="1200150"/>
                    <a:pt x="1817464" y="1057275"/>
                  </a:cubicBezTo>
                  <a:lnTo>
                    <a:pt x="0" y="0"/>
                  </a:lnTo>
                  <a:close/>
                  <a:moveTo>
                    <a:pt x="2925539" y="854076"/>
                  </a:moveTo>
                  <a:lnTo>
                    <a:pt x="2925539" y="1282701"/>
                  </a:lnTo>
                  <a:lnTo>
                    <a:pt x="3297014" y="1066801"/>
                  </a:lnTo>
                  <a:lnTo>
                    <a:pt x="2925539" y="854076"/>
                  </a:lnTo>
                  <a:close/>
                  <a:moveTo>
                    <a:pt x="4033613" y="1925636"/>
                  </a:moveTo>
                  <a:lnTo>
                    <a:pt x="4033613" y="2784474"/>
                  </a:lnTo>
                  <a:lnTo>
                    <a:pt x="4405088" y="2571749"/>
                  </a:lnTo>
                  <a:lnTo>
                    <a:pt x="4405088" y="2138361"/>
                  </a:lnTo>
                  <a:lnTo>
                    <a:pt x="4033613" y="1925636"/>
                  </a:lnTo>
                  <a:close/>
                  <a:moveTo>
                    <a:pt x="3668489" y="2997200"/>
                  </a:moveTo>
                  <a:lnTo>
                    <a:pt x="3668489" y="3425825"/>
                  </a:lnTo>
                  <a:lnTo>
                    <a:pt x="4039964" y="3209925"/>
                  </a:lnTo>
                  <a:lnTo>
                    <a:pt x="3668489" y="299720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 53"/>
            <p:cNvSpPr>
              <a:spLocks/>
            </p:cNvSpPr>
            <p:nvPr userDrawn="1"/>
          </p:nvSpPr>
          <p:spPr bwMode="auto">
            <a:xfrm flipH="1">
              <a:off x="8483600" y="638969"/>
              <a:ext cx="371475" cy="858838"/>
            </a:xfrm>
            <a:custGeom>
              <a:avLst/>
              <a:gdLst>
                <a:gd name="T0" fmla="*/ 0 w 234"/>
                <a:gd name="T1" fmla="*/ 0 h 541"/>
                <a:gd name="T2" fmla="*/ 0 w 234"/>
                <a:gd name="T3" fmla="*/ 541 h 541"/>
                <a:gd name="T4" fmla="*/ 234 w 234"/>
                <a:gd name="T5" fmla="*/ 407 h 541"/>
                <a:gd name="T6" fmla="*/ 234 w 234"/>
                <a:gd name="T7" fmla="*/ 134 h 541"/>
                <a:gd name="T8" fmla="*/ 0 w 234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1">
                  <a:moveTo>
                    <a:pt x="0" y="0"/>
                  </a:moveTo>
                  <a:lnTo>
                    <a:pt x="0" y="541"/>
                  </a:lnTo>
                  <a:lnTo>
                    <a:pt x="234" y="407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65A2E0"/>
                </a:gs>
                <a:gs pos="0">
                  <a:srgbClr val="65BBF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4"/>
            <p:cNvSpPr>
              <a:spLocks/>
            </p:cNvSpPr>
            <p:nvPr userDrawn="1"/>
          </p:nvSpPr>
          <p:spPr bwMode="auto">
            <a:xfrm flipH="1">
              <a:off x="4787900" y="4496594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7867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5"/>
            <p:cNvSpPr>
              <a:spLocks/>
            </p:cNvSpPr>
            <p:nvPr userDrawn="1"/>
          </p:nvSpPr>
          <p:spPr bwMode="auto">
            <a:xfrm flipH="1">
              <a:off x="7000875" y="5996782"/>
              <a:ext cx="742950" cy="641350"/>
            </a:xfrm>
            <a:custGeom>
              <a:avLst/>
              <a:gdLst>
                <a:gd name="T0" fmla="*/ 466 w 468"/>
                <a:gd name="T1" fmla="*/ 0 h 404"/>
                <a:gd name="T2" fmla="*/ 0 w 468"/>
                <a:gd name="T3" fmla="*/ 272 h 404"/>
                <a:gd name="T4" fmla="*/ 234 w 468"/>
                <a:gd name="T5" fmla="*/ 404 h 404"/>
                <a:gd name="T6" fmla="*/ 468 w 468"/>
                <a:gd name="T7" fmla="*/ 268 h 404"/>
                <a:gd name="T8" fmla="*/ 466 w 468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4">
                  <a:moveTo>
                    <a:pt x="466" y="0"/>
                  </a:moveTo>
                  <a:lnTo>
                    <a:pt x="0" y="272"/>
                  </a:lnTo>
                  <a:lnTo>
                    <a:pt x="234" y="404"/>
                  </a:lnTo>
                  <a:lnTo>
                    <a:pt x="468" y="268"/>
                  </a:lnTo>
                  <a:lnTo>
                    <a:pt x="466" y="0"/>
                  </a:lnTo>
                  <a:close/>
                </a:path>
              </a:pathLst>
            </a:custGeom>
            <a:gradFill>
              <a:gsLst>
                <a:gs pos="100000">
                  <a:srgbClr val="332D50"/>
                </a:gs>
                <a:gs pos="0">
                  <a:srgbClr val="5B384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56"/>
            <p:cNvSpPr>
              <a:spLocks/>
            </p:cNvSpPr>
            <p:nvPr userDrawn="1"/>
          </p:nvSpPr>
          <p:spPr bwMode="auto">
            <a:xfrm flipH="1">
              <a:off x="7743825" y="1069182"/>
              <a:ext cx="371475" cy="428625"/>
            </a:xfrm>
            <a:custGeom>
              <a:avLst/>
              <a:gdLst>
                <a:gd name="T0" fmla="*/ 0 w 234"/>
                <a:gd name="T1" fmla="*/ 0 h 270"/>
                <a:gd name="T2" fmla="*/ 0 w 234"/>
                <a:gd name="T3" fmla="*/ 270 h 270"/>
                <a:gd name="T4" fmla="*/ 234 w 234"/>
                <a:gd name="T5" fmla="*/ 134 h 270"/>
                <a:gd name="T6" fmla="*/ 0 w 234"/>
                <a:gd name="T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0"/>
                  </a:moveTo>
                  <a:lnTo>
                    <a:pt x="0" y="270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FEA659"/>
                </a:gs>
                <a:gs pos="0">
                  <a:srgbClr val="FEA6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/>
            </p:cNvSpPr>
            <p:nvPr userDrawn="1"/>
          </p:nvSpPr>
          <p:spPr bwMode="auto">
            <a:xfrm flipH="1">
              <a:off x="7375525" y="1926432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52BC5D"/>
                </a:gs>
                <a:gs pos="0">
                  <a:srgbClr val="5BBA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/>
            </p:cNvSpPr>
            <p:nvPr userDrawn="1"/>
          </p:nvSpPr>
          <p:spPr bwMode="auto">
            <a:xfrm flipH="1">
              <a:off x="7007225" y="34266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ED6136"/>
                </a:gs>
                <a:gs pos="0">
                  <a:srgbClr val="FF683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 userDrawn="1"/>
          </p:nvSpPr>
          <p:spPr bwMode="auto">
            <a:xfrm flipH="1">
              <a:off x="6635750" y="3855244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CE583A"/>
                </a:gs>
                <a:gs pos="0">
                  <a:srgbClr val="E8603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 userDrawn="1"/>
          </p:nvSpPr>
          <p:spPr bwMode="auto">
            <a:xfrm flipH="1">
              <a:off x="7375525" y="3852069"/>
              <a:ext cx="371475" cy="431800"/>
            </a:xfrm>
            <a:custGeom>
              <a:avLst/>
              <a:gdLst>
                <a:gd name="T0" fmla="*/ 234 w 234"/>
                <a:gd name="T1" fmla="*/ 138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8"/>
                  </a:lnTo>
                  <a:close/>
                </a:path>
              </a:pathLst>
            </a:custGeom>
            <a:gradFill>
              <a:gsLst>
                <a:gs pos="100000">
                  <a:srgbClr val="159076"/>
                </a:gs>
                <a:gs pos="0">
                  <a:srgbClr val="139E78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 userDrawn="1"/>
          </p:nvSpPr>
          <p:spPr bwMode="auto">
            <a:xfrm flipH="1">
              <a:off x="6267450" y="4925219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474582"/>
                </a:gs>
                <a:gs pos="0">
                  <a:srgbClr val="47448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 userDrawn="1"/>
          </p:nvSpPr>
          <p:spPr bwMode="auto">
            <a:xfrm flipH="1">
              <a:off x="5159375" y="3639344"/>
              <a:ext cx="368300" cy="431800"/>
            </a:xfrm>
            <a:custGeom>
              <a:avLst/>
              <a:gdLst>
                <a:gd name="T0" fmla="*/ 0 w 232"/>
                <a:gd name="T1" fmla="*/ 136 h 272"/>
                <a:gd name="T2" fmla="*/ 232 w 232"/>
                <a:gd name="T3" fmla="*/ 272 h 272"/>
                <a:gd name="T4" fmla="*/ 232 w 232"/>
                <a:gd name="T5" fmla="*/ 0 h 272"/>
                <a:gd name="T6" fmla="*/ 0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0" y="136"/>
                  </a:moveTo>
                  <a:lnTo>
                    <a:pt x="232" y="272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85199"/>
                </a:gs>
                <a:gs pos="0">
                  <a:srgbClr val="5F56A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 userDrawn="1"/>
          </p:nvSpPr>
          <p:spPr bwMode="auto">
            <a:xfrm flipH="1">
              <a:off x="5895975" y="5996782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3346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 userDrawn="1"/>
          </p:nvSpPr>
          <p:spPr bwMode="auto">
            <a:xfrm flipH="1">
              <a:off x="5159375" y="6425407"/>
              <a:ext cx="368300" cy="431800"/>
            </a:xfrm>
            <a:custGeom>
              <a:avLst/>
              <a:gdLst>
                <a:gd name="T0" fmla="*/ 232 w 232"/>
                <a:gd name="T1" fmla="*/ 136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52D67"/>
                </a:gs>
                <a:gs pos="0">
                  <a:srgbClr val="253F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/>
            </p:cNvSpPr>
            <p:nvPr userDrawn="1"/>
          </p:nvSpPr>
          <p:spPr bwMode="auto">
            <a:xfrm flipH="1">
              <a:off x="5159375" y="5780882"/>
              <a:ext cx="368300" cy="428625"/>
            </a:xfrm>
            <a:custGeom>
              <a:avLst/>
              <a:gdLst>
                <a:gd name="T0" fmla="*/ 0 w 232"/>
                <a:gd name="T1" fmla="*/ 136 h 270"/>
                <a:gd name="T2" fmla="*/ 232 w 232"/>
                <a:gd name="T3" fmla="*/ 270 h 270"/>
                <a:gd name="T4" fmla="*/ 232 w 232"/>
                <a:gd name="T5" fmla="*/ 0 h 270"/>
                <a:gd name="T6" fmla="*/ 0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6"/>
                  </a:moveTo>
                  <a:lnTo>
                    <a:pt x="232" y="270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0354C"/>
                </a:gs>
                <a:gs pos="0">
                  <a:srgbClr val="61323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 userDrawn="1"/>
          </p:nvSpPr>
          <p:spPr bwMode="auto">
            <a:xfrm flipH="1">
              <a:off x="5899150" y="2139157"/>
              <a:ext cx="736600" cy="431800"/>
            </a:xfrm>
            <a:custGeom>
              <a:avLst/>
              <a:gdLst>
                <a:gd name="T0" fmla="*/ 464 w 464"/>
                <a:gd name="T1" fmla="*/ 136 h 272"/>
                <a:gd name="T2" fmla="*/ 232 w 464"/>
                <a:gd name="T3" fmla="*/ 272 h 272"/>
                <a:gd name="T4" fmla="*/ 0 w 464"/>
                <a:gd name="T5" fmla="*/ 136 h 272"/>
                <a:gd name="T6" fmla="*/ 232 w 464"/>
                <a:gd name="T7" fmla="*/ 0 h 272"/>
                <a:gd name="T8" fmla="*/ 464 w 464"/>
                <a:gd name="T9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272">
                  <a:moveTo>
                    <a:pt x="464" y="136"/>
                  </a:moveTo>
                  <a:lnTo>
                    <a:pt x="232" y="272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4" y="136"/>
                  </a:lnTo>
                  <a:close/>
                </a:path>
              </a:pathLst>
            </a:custGeom>
            <a:gradFill>
              <a:gsLst>
                <a:gs pos="100000">
                  <a:srgbClr val="637AC0"/>
                </a:gs>
                <a:gs pos="0">
                  <a:srgbClr val="6487C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 userDrawn="1"/>
          </p:nvSpPr>
          <p:spPr bwMode="auto">
            <a:xfrm flipH="1">
              <a:off x="8112125" y="5996782"/>
              <a:ext cx="742950" cy="857250"/>
            </a:xfrm>
            <a:custGeom>
              <a:avLst/>
              <a:gdLst>
                <a:gd name="T0" fmla="*/ 0 w 468"/>
                <a:gd name="T1" fmla="*/ 406 h 540"/>
                <a:gd name="T2" fmla="*/ 234 w 468"/>
                <a:gd name="T3" fmla="*/ 540 h 540"/>
                <a:gd name="T4" fmla="*/ 468 w 468"/>
                <a:gd name="T5" fmla="*/ 406 h 540"/>
                <a:gd name="T6" fmla="*/ 468 w 468"/>
                <a:gd name="T7" fmla="*/ 136 h 540"/>
                <a:gd name="T8" fmla="*/ 234 w 468"/>
                <a:gd name="T9" fmla="*/ 0 h 540"/>
                <a:gd name="T10" fmla="*/ 234 w 468"/>
                <a:gd name="T11" fmla="*/ 270 h 540"/>
                <a:gd name="T12" fmla="*/ 0 w 468"/>
                <a:gd name="T13" fmla="*/ 406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8" h="540">
                  <a:moveTo>
                    <a:pt x="0" y="406"/>
                  </a:moveTo>
                  <a:lnTo>
                    <a:pt x="234" y="540"/>
                  </a:lnTo>
                  <a:lnTo>
                    <a:pt x="468" y="406"/>
                  </a:lnTo>
                  <a:lnTo>
                    <a:pt x="468" y="136"/>
                  </a:lnTo>
                  <a:lnTo>
                    <a:pt x="234" y="0"/>
                  </a:lnTo>
                  <a:lnTo>
                    <a:pt x="234" y="270"/>
                  </a:lnTo>
                  <a:lnTo>
                    <a:pt x="0" y="406"/>
                  </a:lnTo>
                  <a:close/>
                </a:path>
              </a:pathLst>
            </a:custGeom>
            <a:gradFill>
              <a:gsLst>
                <a:gs pos="100000">
                  <a:srgbClr val="283069"/>
                </a:gs>
                <a:gs pos="0">
                  <a:srgbClr val="224E6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 userDrawn="1"/>
          </p:nvSpPr>
          <p:spPr bwMode="auto">
            <a:xfrm flipH="1">
              <a:off x="7375525" y="2135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AC619"/>
                </a:gs>
                <a:gs pos="0">
                  <a:srgbClr val="ADCA0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 userDrawn="1"/>
          </p:nvSpPr>
          <p:spPr bwMode="auto">
            <a:xfrm flipH="1">
              <a:off x="6635750" y="642144"/>
              <a:ext cx="374650" cy="639763"/>
            </a:xfrm>
            <a:custGeom>
              <a:avLst/>
              <a:gdLst>
                <a:gd name="T0" fmla="*/ 234 w 236"/>
                <a:gd name="T1" fmla="*/ 0 h 403"/>
                <a:gd name="T2" fmla="*/ 236 w 236"/>
                <a:gd name="T3" fmla="*/ 269 h 403"/>
                <a:gd name="T4" fmla="*/ 2 w 236"/>
                <a:gd name="T5" fmla="*/ 403 h 403"/>
                <a:gd name="T6" fmla="*/ 0 w 236"/>
                <a:gd name="T7" fmla="*/ 134 h 403"/>
                <a:gd name="T8" fmla="*/ 234 w 236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3">
                  <a:moveTo>
                    <a:pt x="234" y="0"/>
                  </a:moveTo>
                  <a:lnTo>
                    <a:pt x="236" y="269"/>
                  </a:lnTo>
                  <a:lnTo>
                    <a:pt x="2" y="403"/>
                  </a:lnTo>
                  <a:lnTo>
                    <a:pt x="0" y="134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100000">
                  <a:srgbClr val="FE9E3F"/>
                </a:gs>
                <a:gs pos="0">
                  <a:srgbClr val="FDB049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5901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25900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Divider subtitle goes here</a:t>
            </a:r>
          </a:p>
        </p:txBody>
      </p:sp>
      <p:sp>
        <p:nvSpPr>
          <p:cNvPr id="11" name="Picture Placeholder 281"/>
          <p:cNvSpPr>
            <a:spLocks noGrp="1"/>
          </p:cNvSpPr>
          <p:nvPr>
            <p:ph type="pic" sz="quarter" idx="11"/>
          </p:nvPr>
        </p:nvSpPr>
        <p:spPr>
          <a:xfrm flipH="1">
            <a:off x="0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8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770890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8081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0214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234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6" name="Rectangle 25"/>
          <p:cNvSpPr/>
          <p:nvPr userDrawn="1"/>
        </p:nvSpPr>
        <p:spPr>
          <a:xfrm rot="19748668">
            <a:off x="721645" y="887647"/>
            <a:ext cx="628650" cy="13872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11079161" y="646197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16200000">
            <a:off x="4415375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4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5400000">
            <a:off x="6624277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>
            <a:off x="0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>
            <a:off x="849514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68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1854763" y="0"/>
            <a:ext cx="10337237" cy="6858001"/>
            <a:chOff x="0" y="0"/>
            <a:chExt cx="10337237" cy="6858001"/>
          </a:xfrm>
        </p:grpSpPr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0" y="0"/>
              <a:ext cx="9965762" cy="6858001"/>
            </a:xfrm>
            <a:custGeom>
              <a:avLst/>
              <a:gdLst>
                <a:gd name="connsiteX0" fmla="*/ 7385001 w 9965762"/>
                <a:gd name="connsiteY0" fmla="*/ 5774783 h 6858001"/>
                <a:gd name="connsiteX1" fmla="*/ 7016701 w 9965762"/>
                <a:gd name="connsiteY1" fmla="*/ 5993858 h 6858001"/>
                <a:gd name="connsiteX2" fmla="*/ 7385001 w 9965762"/>
                <a:gd name="connsiteY2" fmla="*/ 6206583 h 6858001"/>
                <a:gd name="connsiteX3" fmla="*/ 7381057 w 9965762"/>
                <a:gd name="connsiteY3" fmla="*/ 4067175 h 6858001"/>
                <a:gd name="connsiteX4" fmla="*/ 7009582 w 9965762"/>
                <a:gd name="connsiteY4" fmla="*/ 4279900 h 6858001"/>
                <a:gd name="connsiteX5" fmla="*/ 7012757 w 9965762"/>
                <a:gd name="connsiteY5" fmla="*/ 4708525 h 6858001"/>
                <a:gd name="connsiteX6" fmla="*/ 7384232 w 9965762"/>
                <a:gd name="connsiteY6" fmla="*/ 4495800 h 6858001"/>
                <a:gd name="connsiteX7" fmla="*/ 7386331 w 9965762"/>
                <a:gd name="connsiteY7" fmla="*/ 2781300 h 6858001"/>
                <a:gd name="connsiteX8" fmla="*/ 7386331 w 9965762"/>
                <a:gd name="connsiteY8" fmla="*/ 3209925 h 6858001"/>
                <a:gd name="connsiteX9" fmla="*/ 7754631 w 9965762"/>
                <a:gd name="connsiteY9" fmla="*/ 2997200 h 6858001"/>
                <a:gd name="connsiteX10" fmla="*/ 7751456 w 9965762"/>
                <a:gd name="connsiteY10" fmla="*/ 2143125 h 6858001"/>
                <a:gd name="connsiteX11" fmla="*/ 7383156 w 9965762"/>
                <a:gd name="connsiteY11" fmla="*/ 2359025 h 6858001"/>
                <a:gd name="connsiteX12" fmla="*/ 7751456 w 9965762"/>
                <a:gd name="connsiteY12" fmla="*/ 2571750 h 6858001"/>
                <a:gd name="connsiteX13" fmla="*/ 0 w 9965762"/>
                <a:gd name="connsiteY13" fmla="*/ 0 h 6858001"/>
                <a:gd name="connsiteX14" fmla="*/ 929970 w 9965762"/>
                <a:gd name="connsiteY14" fmla="*/ 0 h 6858001"/>
                <a:gd name="connsiteX15" fmla="*/ 2120900 w 9965762"/>
                <a:gd name="connsiteY15" fmla="*/ 0 h 6858001"/>
                <a:gd name="connsiteX16" fmla="*/ 8497581 w 9965762"/>
                <a:gd name="connsiteY16" fmla="*/ 0 h 6858001"/>
                <a:gd name="connsiteX17" fmla="*/ 8494406 w 9965762"/>
                <a:gd name="connsiteY17" fmla="*/ 428625 h 6858001"/>
                <a:gd name="connsiteX18" fmla="*/ 8865881 w 9965762"/>
                <a:gd name="connsiteY18" fmla="*/ 641350 h 6858001"/>
                <a:gd name="connsiteX19" fmla="*/ 8869056 w 9965762"/>
                <a:gd name="connsiteY19" fmla="*/ 212725 h 6858001"/>
                <a:gd name="connsiteX20" fmla="*/ 8497581 w 9965762"/>
                <a:gd name="connsiteY20" fmla="*/ 0 h 6858001"/>
                <a:gd name="connsiteX21" fmla="*/ 9965762 w 9965762"/>
                <a:gd name="connsiteY21" fmla="*/ 0 h 6858001"/>
                <a:gd name="connsiteX22" fmla="*/ 9239920 w 9965762"/>
                <a:gd name="connsiteY22" fmla="*/ 428860 h 6858001"/>
                <a:gd name="connsiteX23" fmla="*/ 9228507 w 9965762"/>
                <a:gd name="connsiteY23" fmla="*/ 1285122 h 6858001"/>
                <a:gd name="connsiteX24" fmla="*/ 8498502 w 9965762"/>
                <a:gd name="connsiteY24" fmla="*/ 1717306 h 6858001"/>
                <a:gd name="connsiteX25" fmla="*/ 8498030 w 9965762"/>
                <a:gd name="connsiteY25" fmla="*/ 2137585 h 6858001"/>
                <a:gd name="connsiteX26" fmla="*/ 8127804 w 9965762"/>
                <a:gd name="connsiteY26" fmla="*/ 2351048 h 6858001"/>
                <a:gd name="connsiteX27" fmla="*/ 8131128 w 9965762"/>
                <a:gd name="connsiteY27" fmla="*/ 3212071 h 6858001"/>
                <a:gd name="connsiteX28" fmla="*/ 8489447 w 9965762"/>
                <a:gd name="connsiteY28" fmla="*/ 3422681 h 6858001"/>
                <a:gd name="connsiteX29" fmla="*/ 8498502 w 9965762"/>
                <a:gd name="connsiteY29" fmla="*/ 3856304 h 6858001"/>
                <a:gd name="connsiteX30" fmla="*/ 8131129 w 9965762"/>
                <a:gd name="connsiteY30" fmla="*/ 4066445 h 6858001"/>
                <a:gd name="connsiteX31" fmla="*/ 8128748 w 9965762"/>
                <a:gd name="connsiteY31" fmla="*/ 4499572 h 6858001"/>
                <a:gd name="connsiteX32" fmla="*/ 9236593 w 9965762"/>
                <a:gd name="connsiteY32" fmla="*/ 5138078 h 6858001"/>
                <a:gd name="connsiteX33" fmla="*/ 9228507 w 9965762"/>
                <a:gd name="connsiteY33" fmla="*/ 5558356 h 6858001"/>
                <a:gd name="connsiteX34" fmla="*/ 8860639 w 9965762"/>
                <a:gd name="connsiteY34" fmla="*/ 5789456 h 6858001"/>
                <a:gd name="connsiteX35" fmla="*/ 8857787 w 9965762"/>
                <a:gd name="connsiteY35" fmla="*/ 6201624 h 6858001"/>
                <a:gd name="connsiteX36" fmla="*/ 8477541 w 9965762"/>
                <a:gd name="connsiteY36" fmla="*/ 6446067 h 6858001"/>
                <a:gd name="connsiteX37" fmla="*/ 8506551 w 9965762"/>
                <a:gd name="connsiteY37" fmla="*/ 6858001 h 6858001"/>
                <a:gd name="connsiteX38" fmla="*/ 2120900 w 9965762"/>
                <a:gd name="connsiteY38" fmla="*/ 6858001 h 6858001"/>
                <a:gd name="connsiteX39" fmla="*/ 929970 w 9965762"/>
                <a:gd name="connsiteY39" fmla="*/ 6858001 h 6858001"/>
                <a:gd name="connsiteX40" fmla="*/ 0 w 9965762"/>
                <a:gd name="connsiteY40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965762" h="6858001">
                  <a:moveTo>
                    <a:pt x="7385001" y="5774783"/>
                  </a:moveTo>
                  <a:lnTo>
                    <a:pt x="7016701" y="5993858"/>
                  </a:lnTo>
                  <a:lnTo>
                    <a:pt x="7385001" y="6206583"/>
                  </a:lnTo>
                  <a:close/>
                  <a:moveTo>
                    <a:pt x="7381057" y="4067175"/>
                  </a:moveTo>
                  <a:lnTo>
                    <a:pt x="7009582" y="4279900"/>
                  </a:lnTo>
                  <a:lnTo>
                    <a:pt x="7012757" y="4708525"/>
                  </a:lnTo>
                  <a:lnTo>
                    <a:pt x="7384232" y="4495800"/>
                  </a:lnTo>
                  <a:close/>
                  <a:moveTo>
                    <a:pt x="7386331" y="2781300"/>
                  </a:moveTo>
                  <a:lnTo>
                    <a:pt x="7386331" y="3209925"/>
                  </a:lnTo>
                  <a:lnTo>
                    <a:pt x="7754631" y="2997200"/>
                  </a:lnTo>
                  <a:close/>
                  <a:moveTo>
                    <a:pt x="7751456" y="2143125"/>
                  </a:moveTo>
                  <a:lnTo>
                    <a:pt x="7383156" y="2359025"/>
                  </a:lnTo>
                  <a:lnTo>
                    <a:pt x="7751456" y="2571750"/>
                  </a:lnTo>
                  <a:close/>
                  <a:moveTo>
                    <a:pt x="0" y="0"/>
                  </a:moveTo>
                  <a:lnTo>
                    <a:pt x="929970" y="0"/>
                  </a:lnTo>
                  <a:lnTo>
                    <a:pt x="2120900" y="0"/>
                  </a:lnTo>
                  <a:lnTo>
                    <a:pt x="8497581" y="0"/>
                  </a:lnTo>
                  <a:lnTo>
                    <a:pt x="8494406" y="428625"/>
                  </a:lnTo>
                  <a:lnTo>
                    <a:pt x="8865881" y="641350"/>
                  </a:lnTo>
                  <a:lnTo>
                    <a:pt x="8869056" y="212725"/>
                  </a:lnTo>
                  <a:lnTo>
                    <a:pt x="8497581" y="0"/>
                  </a:lnTo>
                  <a:lnTo>
                    <a:pt x="9965762" y="0"/>
                  </a:lnTo>
                  <a:lnTo>
                    <a:pt x="9239920" y="428860"/>
                  </a:lnTo>
                  <a:cubicBezTo>
                    <a:pt x="9239291" y="426943"/>
                    <a:pt x="9226754" y="1296564"/>
                    <a:pt x="9228507" y="1285122"/>
                  </a:cubicBezTo>
                  <a:lnTo>
                    <a:pt x="8498502" y="1717306"/>
                  </a:lnTo>
                  <a:cubicBezTo>
                    <a:pt x="8497551" y="1866130"/>
                    <a:pt x="8498981" y="1988761"/>
                    <a:pt x="8498030" y="2137585"/>
                  </a:cubicBezTo>
                  <a:lnTo>
                    <a:pt x="8127804" y="2351048"/>
                  </a:lnTo>
                  <a:lnTo>
                    <a:pt x="8131128" y="3212071"/>
                  </a:lnTo>
                  <a:lnTo>
                    <a:pt x="8489447" y="3422681"/>
                  </a:lnTo>
                  <a:cubicBezTo>
                    <a:pt x="8488496" y="3570397"/>
                    <a:pt x="8499453" y="3708588"/>
                    <a:pt x="8498502" y="3856304"/>
                  </a:cubicBezTo>
                  <a:lnTo>
                    <a:pt x="8131129" y="4066445"/>
                  </a:lnTo>
                  <a:cubicBezTo>
                    <a:pt x="8131923" y="4210821"/>
                    <a:pt x="8127954" y="4355196"/>
                    <a:pt x="8128748" y="4499572"/>
                  </a:cubicBezTo>
                  <a:lnTo>
                    <a:pt x="9236593" y="5138078"/>
                  </a:lnTo>
                  <a:cubicBezTo>
                    <a:pt x="9234691" y="5278965"/>
                    <a:pt x="9230409" y="5417469"/>
                    <a:pt x="9228507" y="5558356"/>
                  </a:cubicBezTo>
                  <a:lnTo>
                    <a:pt x="8860639" y="5789456"/>
                  </a:lnTo>
                  <a:cubicBezTo>
                    <a:pt x="8859688" y="5926845"/>
                    <a:pt x="8858738" y="6064235"/>
                    <a:pt x="8857787" y="6201624"/>
                  </a:cubicBezTo>
                  <a:lnTo>
                    <a:pt x="8477541" y="6446067"/>
                  </a:lnTo>
                  <a:lnTo>
                    <a:pt x="8506551" y="6858001"/>
                  </a:lnTo>
                  <a:lnTo>
                    <a:pt x="2120900" y="6858001"/>
                  </a:lnTo>
                  <a:lnTo>
                    <a:pt x="929970" y="6858001"/>
                  </a:lnTo>
                  <a:lnTo>
                    <a:pt x="0" y="685800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auto">
            <a:xfrm flipH="1">
              <a:off x="8859274" y="3425825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49E7C"/>
                </a:gs>
                <a:gs pos="0">
                  <a:srgbClr val="1EAE7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31"/>
            <p:cNvSpPr>
              <a:spLocks/>
            </p:cNvSpPr>
            <p:nvPr userDrawn="1"/>
          </p:nvSpPr>
          <p:spPr bwMode="auto">
            <a:xfrm flipH="1">
              <a:off x="7382899" y="3425825"/>
              <a:ext cx="742950" cy="644525"/>
            </a:xfrm>
            <a:custGeom>
              <a:avLst/>
              <a:gdLst>
                <a:gd name="T0" fmla="*/ 2 w 468"/>
                <a:gd name="T1" fmla="*/ 406 h 406"/>
                <a:gd name="T2" fmla="*/ 468 w 468"/>
                <a:gd name="T3" fmla="*/ 134 h 406"/>
                <a:gd name="T4" fmla="*/ 234 w 468"/>
                <a:gd name="T5" fmla="*/ 0 h 406"/>
                <a:gd name="T6" fmla="*/ 0 w 468"/>
                <a:gd name="T7" fmla="*/ 136 h 406"/>
                <a:gd name="T8" fmla="*/ 2 w 468"/>
                <a:gd name="T9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6">
                  <a:moveTo>
                    <a:pt x="2" y="406"/>
                  </a:moveTo>
                  <a:lnTo>
                    <a:pt x="468" y="134"/>
                  </a:lnTo>
                  <a:lnTo>
                    <a:pt x="234" y="0"/>
                  </a:lnTo>
                  <a:lnTo>
                    <a:pt x="0" y="136"/>
                  </a:lnTo>
                  <a:lnTo>
                    <a:pt x="2" y="406"/>
                  </a:lnTo>
                  <a:close/>
                </a:path>
              </a:pathLst>
            </a:custGeom>
            <a:gradFill>
              <a:gsLst>
                <a:gs pos="100000">
                  <a:srgbClr val="EE6134"/>
                </a:gs>
                <a:gs pos="0">
                  <a:srgbClr val="FF6E3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32"/>
            <p:cNvSpPr>
              <a:spLocks/>
            </p:cNvSpPr>
            <p:nvPr userDrawn="1"/>
          </p:nvSpPr>
          <p:spPr bwMode="auto">
            <a:xfrm flipH="1">
              <a:off x="9968937" y="406717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4E498C"/>
                </a:gs>
                <a:gs pos="0">
                  <a:srgbClr val="544D9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33"/>
            <p:cNvSpPr>
              <a:spLocks/>
            </p:cNvSpPr>
            <p:nvPr userDrawn="1"/>
          </p:nvSpPr>
          <p:spPr bwMode="auto">
            <a:xfrm flipH="1">
              <a:off x="9230750" y="4708525"/>
              <a:ext cx="366712" cy="431800"/>
            </a:xfrm>
            <a:custGeom>
              <a:avLst/>
              <a:gdLst>
                <a:gd name="T0" fmla="*/ 0 w 231"/>
                <a:gd name="T1" fmla="*/ 136 h 272"/>
                <a:gd name="T2" fmla="*/ 231 w 231"/>
                <a:gd name="T3" fmla="*/ 0 h 272"/>
                <a:gd name="T4" fmla="*/ 231 w 231"/>
                <a:gd name="T5" fmla="*/ 272 h 272"/>
                <a:gd name="T6" fmla="*/ 0 w 231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272">
                  <a:moveTo>
                    <a:pt x="0" y="136"/>
                  </a:moveTo>
                  <a:lnTo>
                    <a:pt x="231" y="0"/>
                  </a:lnTo>
                  <a:lnTo>
                    <a:pt x="231" y="272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A64D40"/>
                </a:gs>
                <a:gs pos="0">
                  <a:srgbClr val="BB533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34"/>
            <p:cNvSpPr>
              <a:spLocks/>
            </p:cNvSpPr>
            <p:nvPr userDrawn="1"/>
          </p:nvSpPr>
          <p:spPr bwMode="auto">
            <a:xfrm flipH="1">
              <a:off x="7751199" y="1282700"/>
              <a:ext cx="371475" cy="428625"/>
            </a:xfrm>
            <a:custGeom>
              <a:avLst/>
              <a:gdLst>
                <a:gd name="T0" fmla="*/ 0 w 234"/>
                <a:gd name="T1" fmla="*/ 134 h 270"/>
                <a:gd name="T2" fmla="*/ 234 w 234"/>
                <a:gd name="T3" fmla="*/ 0 h 270"/>
                <a:gd name="T4" fmla="*/ 234 w 234"/>
                <a:gd name="T5" fmla="*/ 270 h 270"/>
                <a:gd name="T6" fmla="*/ 0 w 234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4"/>
                  </a:moveTo>
                  <a:lnTo>
                    <a:pt x="234" y="0"/>
                  </a:lnTo>
                  <a:lnTo>
                    <a:pt x="234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6CC65"/>
                </a:gs>
                <a:gs pos="0">
                  <a:srgbClr val="87C22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5"/>
            <p:cNvSpPr>
              <a:spLocks/>
            </p:cNvSpPr>
            <p:nvPr userDrawn="1"/>
          </p:nvSpPr>
          <p:spPr bwMode="auto">
            <a:xfrm flipH="1">
              <a:off x="8494149" y="1924050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FF9441"/>
                </a:gs>
                <a:gs pos="0">
                  <a:srgbClr val="FE954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6"/>
            <p:cNvSpPr>
              <a:spLocks/>
            </p:cNvSpPr>
            <p:nvPr userDrawn="1"/>
          </p:nvSpPr>
          <p:spPr bwMode="auto">
            <a:xfrm flipH="1">
              <a:off x="9597462" y="51371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1E6B74"/>
                </a:gs>
                <a:gs pos="0">
                  <a:srgbClr val="1B737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7"/>
            <p:cNvSpPr>
              <a:spLocks/>
            </p:cNvSpPr>
            <p:nvPr userDrawn="1"/>
          </p:nvSpPr>
          <p:spPr bwMode="auto">
            <a:xfrm flipH="1">
              <a:off x="7386074" y="4708525"/>
              <a:ext cx="368300" cy="431800"/>
            </a:xfrm>
            <a:custGeom>
              <a:avLst/>
              <a:gdLst>
                <a:gd name="T0" fmla="*/ 232 w 232"/>
                <a:gd name="T1" fmla="*/ 138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8"/>
                  </a:lnTo>
                  <a:close/>
                </a:path>
              </a:pathLst>
            </a:custGeom>
            <a:gradFill>
              <a:gsLst>
                <a:gs pos="100000">
                  <a:srgbClr val="484484"/>
                </a:gs>
                <a:gs pos="0">
                  <a:srgbClr val="4F498C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8"/>
            <p:cNvSpPr>
              <a:spLocks/>
            </p:cNvSpPr>
            <p:nvPr userDrawn="1"/>
          </p:nvSpPr>
          <p:spPr bwMode="auto">
            <a:xfrm flipH="1">
              <a:off x="9597462" y="64198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353055"/>
                </a:gs>
                <a:gs pos="0">
                  <a:srgbClr val="4832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39"/>
            <p:cNvSpPr>
              <a:spLocks/>
            </p:cNvSpPr>
            <p:nvPr userDrawn="1"/>
          </p:nvSpPr>
          <p:spPr bwMode="auto">
            <a:xfrm flipH="1">
              <a:off x="7754374" y="620712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0326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0"/>
            <p:cNvSpPr>
              <a:spLocks/>
            </p:cNvSpPr>
            <p:nvPr userDrawn="1"/>
          </p:nvSpPr>
          <p:spPr bwMode="auto">
            <a:xfrm flipH="1">
              <a:off x="7751199" y="5565775"/>
              <a:ext cx="371475" cy="428625"/>
            </a:xfrm>
            <a:custGeom>
              <a:avLst/>
              <a:gdLst>
                <a:gd name="T0" fmla="*/ 0 w 234"/>
                <a:gd name="T1" fmla="*/ 136 h 270"/>
                <a:gd name="T2" fmla="*/ 234 w 234"/>
                <a:gd name="T3" fmla="*/ 270 h 270"/>
                <a:gd name="T4" fmla="*/ 234 w 234"/>
                <a:gd name="T5" fmla="*/ 0 h 270"/>
                <a:gd name="T6" fmla="*/ 0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6"/>
                  </a:moveTo>
                  <a:lnTo>
                    <a:pt x="234" y="270"/>
                  </a:lnTo>
                  <a:lnTo>
                    <a:pt x="234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7C535D"/>
                </a:gs>
                <a:gs pos="0">
                  <a:srgbClr val="82434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1"/>
            <p:cNvSpPr>
              <a:spLocks/>
            </p:cNvSpPr>
            <p:nvPr userDrawn="1"/>
          </p:nvSpPr>
          <p:spPr bwMode="auto">
            <a:xfrm flipH="1">
              <a:off x="8862449" y="5994400"/>
              <a:ext cx="374650" cy="641350"/>
            </a:xfrm>
            <a:custGeom>
              <a:avLst/>
              <a:gdLst>
                <a:gd name="T0" fmla="*/ 2 w 236"/>
                <a:gd name="T1" fmla="*/ 0 h 404"/>
                <a:gd name="T2" fmla="*/ 0 w 236"/>
                <a:gd name="T3" fmla="*/ 270 h 404"/>
                <a:gd name="T4" fmla="*/ 234 w 236"/>
                <a:gd name="T5" fmla="*/ 404 h 404"/>
                <a:gd name="T6" fmla="*/ 236 w 236"/>
                <a:gd name="T7" fmla="*/ 134 h 404"/>
                <a:gd name="T8" fmla="*/ 2 w 236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4">
                  <a:moveTo>
                    <a:pt x="2" y="0"/>
                  </a:moveTo>
                  <a:lnTo>
                    <a:pt x="0" y="270"/>
                  </a:lnTo>
                  <a:lnTo>
                    <a:pt x="234" y="404"/>
                  </a:lnTo>
                  <a:lnTo>
                    <a:pt x="236" y="134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636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2"/>
            <p:cNvSpPr>
              <a:spLocks/>
            </p:cNvSpPr>
            <p:nvPr userDrawn="1"/>
          </p:nvSpPr>
          <p:spPr bwMode="auto">
            <a:xfrm flipH="1">
              <a:off x="8119499" y="854075"/>
              <a:ext cx="739775" cy="428625"/>
            </a:xfrm>
            <a:custGeom>
              <a:avLst/>
              <a:gdLst>
                <a:gd name="T0" fmla="*/ 466 w 466"/>
                <a:gd name="T1" fmla="*/ 136 h 270"/>
                <a:gd name="T2" fmla="*/ 232 w 466"/>
                <a:gd name="T3" fmla="*/ 270 h 270"/>
                <a:gd name="T4" fmla="*/ 0 w 466"/>
                <a:gd name="T5" fmla="*/ 136 h 270"/>
                <a:gd name="T6" fmla="*/ 232 w 466"/>
                <a:gd name="T7" fmla="*/ 0 h 270"/>
                <a:gd name="T8" fmla="*/ 466 w 466"/>
                <a:gd name="T9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6"/>
                  </a:moveTo>
                  <a:lnTo>
                    <a:pt x="232" y="270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6" y="136"/>
                  </a:lnTo>
                  <a:close/>
                </a:path>
              </a:pathLst>
            </a:custGeom>
            <a:gradFill>
              <a:gsLst>
                <a:gs pos="100000">
                  <a:srgbClr val="60AEEA"/>
                </a:gs>
                <a:gs pos="0">
                  <a:srgbClr val="65BDF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3"/>
            <p:cNvSpPr>
              <a:spLocks/>
            </p:cNvSpPr>
            <p:nvPr userDrawn="1"/>
          </p:nvSpPr>
          <p:spPr bwMode="auto">
            <a:xfrm flipH="1">
              <a:off x="8119499" y="5137150"/>
              <a:ext cx="739775" cy="428625"/>
            </a:xfrm>
            <a:custGeom>
              <a:avLst/>
              <a:gdLst>
                <a:gd name="T0" fmla="*/ 466 w 466"/>
                <a:gd name="T1" fmla="*/ 134 h 270"/>
                <a:gd name="T2" fmla="*/ 232 w 466"/>
                <a:gd name="T3" fmla="*/ 270 h 270"/>
                <a:gd name="T4" fmla="*/ 0 w 466"/>
                <a:gd name="T5" fmla="*/ 134 h 270"/>
                <a:gd name="T6" fmla="*/ 232 w 466"/>
                <a:gd name="T7" fmla="*/ 0 h 270"/>
                <a:gd name="T8" fmla="*/ 466 w 466"/>
                <a:gd name="T9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4"/>
                  </a:moveTo>
                  <a:lnTo>
                    <a:pt x="232" y="270"/>
                  </a:lnTo>
                  <a:lnTo>
                    <a:pt x="0" y="134"/>
                  </a:lnTo>
                  <a:lnTo>
                    <a:pt x="232" y="0"/>
                  </a:lnTo>
                  <a:lnTo>
                    <a:pt x="466" y="134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B747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4"/>
            <p:cNvSpPr>
              <a:spLocks/>
            </p:cNvSpPr>
            <p:nvPr userDrawn="1"/>
          </p:nvSpPr>
          <p:spPr bwMode="auto">
            <a:xfrm flipH="1">
              <a:off x="9600637" y="425450"/>
              <a:ext cx="365125" cy="1069975"/>
            </a:xfrm>
            <a:custGeom>
              <a:avLst/>
              <a:gdLst>
                <a:gd name="T0" fmla="*/ 230 w 230"/>
                <a:gd name="T1" fmla="*/ 674 h 674"/>
                <a:gd name="T2" fmla="*/ 0 w 230"/>
                <a:gd name="T3" fmla="*/ 540 h 674"/>
                <a:gd name="T4" fmla="*/ 0 w 230"/>
                <a:gd name="T5" fmla="*/ 0 h 674"/>
                <a:gd name="T6" fmla="*/ 230 w 230"/>
                <a:gd name="T7" fmla="*/ 136 h 674"/>
                <a:gd name="T8" fmla="*/ 230 w 230"/>
                <a:gd name="T9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674">
                  <a:moveTo>
                    <a:pt x="230" y="674"/>
                  </a:moveTo>
                  <a:lnTo>
                    <a:pt x="0" y="540"/>
                  </a:lnTo>
                  <a:lnTo>
                    <a:pt x="0" y="0"/>
                  </a:lnTo>
                  <a:lnTo>
                    <a:pt x="230" y="136"/>
                  </a:lnTo>
                  <a:lnTo>
                    <a:pt x="230" y="674"/>
                  </a:lnTo>
                  <a:close/>
                </a:path>
              </a:pathLst>
            </a:custGeom>
            <a:gradFill>
              <a:gsLst>
                <a:gs pos="100000">
                  <a:srgbClr val="FFAC49"/>
                </a:gs>
                <a:gs pos="0">
                  <a:srgbClr val="FDBD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8711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8711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016129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1" name="Picture Placeholder 74"/>
          <p:cNvSpPr>
            <a:spLocks noGrp="1"/>
          </p:cNvSpPr>
          <p:nvPr>
            <p:ph type="pic" sz="quarter" idx="12"/>
          </p:nvPr>
        </p:nvSpPr>
        <p:spPr>
          <a:xfrm flipH="1">
            <a:off x="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8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6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05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95325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59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3721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0786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8230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851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88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4" name="Right Triangle 23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75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804650"/>
            <a:ext cx="618222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8064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rgbClr val="273370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2148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838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20" name="Group 1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1" name="Right Triangle 2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74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95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559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426779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08321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0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4" name="Parallelogram 13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318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9147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02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b="1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48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56469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48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27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9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613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2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Isosceles Triangle 6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4" name="Group 93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95" name="Group 94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97" name="Freeform 9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11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10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0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29" name="Object 2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3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8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1959430"/>
            <a:ext cx="10764836" cy="397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63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95325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6488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582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3826800"/>
            <a:ext cx="10764836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95325" y="3680016"/>
            <a:ext cx="11493262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2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952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68480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87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7793534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054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920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31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6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5568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180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1565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1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443977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157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82497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247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4644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774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89171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0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559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12964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19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30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385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404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932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988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Isosceles Triangle 10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2" imgH="355" progId="TCLayout.ActiveDocument.1">
                  <p:embed/>
                </p:oleObj>
              </mc:Choice>
              <mc:Fallback>
                <p:oleObj name="think-cell Slide" r:id="rId3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52" name="Group 5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53" name="Group 52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57" name="Freeform 5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7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6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31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4931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14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2785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41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1488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65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90210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95325" y="3207715"/>
            <a:ext cx="1547143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53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87561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5172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8974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3753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3936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95325" y="3262145"/>
            <a:ext cx="1412246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36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0326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4785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78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6" imgW="270" imgH="270" progId="TCLayout.ActiveDocument.1">
                  <p:embed/>
                </p:oleObj>
              </mc:Choice>
              <mc:Fallback>
                <p:oleObj name="think-cell Slide" r:id="rId76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7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61969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622800"/>
            <a:ext cx="1076483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620000"/>
            <a:ext cx="10764837" cy="4617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62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79" r:id="rId1"/>
    <p:sldLayoutId id="2147485580" r:id="rId2"/>
    <p:sldLayoutId id="2147485581" r:id="rId3"/>
    <p:sldLayoutId id="2147485582" r:id="rId4"/>
    <p:sldLayoutId id="2147485583" r:id="rId5"/>
    <p:sldLayoutId id="2147485584" r:id="rId6"/>
    <p:sldLayoutId id="2147485585" r:id="rId7"/>
    <p:sldLayoutId id="2147485586" r:id="rId8"/>
    <p:sldLayoutId id="2147485587" r:id="rId9"/>
    <p:sldLayoutId id="2147485588" r:id="rId10"/>
    <p:sldLayoutId id="2147485589" r:id="rId11"/>
    <p:sldLayoutId id="2147485590" r:id="rId12"/>
    <p:sldLayoutId id="2147485591" r:id="rId13"/>
    <p:sldLayoutId id="2147485592" r:id="rId14"/>
    <p:sldLayoutId id="2147485593" r:id="rId15"/>
    <p:sldLayoutId id="2147485594" r:id="rId16"/>
    <p:sldLayoutId id="2147485595" r:id="rId17"/>
    <p:sldLayoutId id="2147485596" r:id="rId18"/>
    <p:sldLayoutId id="2147485597" r:id="rId19"/>
    <p:sldLayoutId id="2147485598" r:id="rId20"/>
    <p:sldLayoutId id="2147485599" r:id="rId21"/>
    <p:sldLayoutId id="2147485600" r:id="rId22"/>
    <p:sldLayoutId id="2147485601" r:id="rId23"/>
    <p:sldLayoutId id="2147485602" r:id="rId24"/>
    <p:sldLayoutId id="2147485603" r:id="rId25"/>
    <p:sldLayoutId id="2147485604" r:id="rId26"/>
    <p:sldLayoutId id="2147485605" r:id="rId27"/>
    <p:sldLayoutId id="2147485606" r:id="rId28"/>
    <p:sldLayoutId id="2147485607" r:id="rId29"/>
    <p:sldLayoutId id="2147485608" r:id="rId30"/>
    <p:sldLayoutId id="2147485609" r:id="rId31"/>
    <p:sldLayoutId id="2147485610" r:id="rId32"/>
    <p:sldLayoutId id="2147485611" r:id="rId33"/>
    <p:sldLayoutId id="2147485612" r:id="rId34"/>
    <p:sldLayoutId id="2147485613" r:id="rId35"/>
    <p:sldLayoutId id="2147485614" r:id="rId36"/>
    <p:sldLayoutId id="2147485615" r:id="rId37"/>
    <p:sldLayoutId id="2147485616" r:id="rId38"/>
    <p:sldLayoutId id="2147485617" r:id="rId39"/>
    <p:sldLayoutId id="2147485618" r:id="rId40"/>
    <p:sldLayoutId id="2147485619" r:id="rId41"/>
    <p:sldLayoutId id="2147485620" r:id="rId42"/>
    <p:sldLayoutId id="2147485621" r:id="rId43"/>
    <p:sldLayoutId id="2147485622" r:id="rId44"/>
    <p:sldLayoutId id="2147485623" r:id="rId45"/>
    <p:sldLayoutId id="2147485624" r:id="rId46"/>
    <p:sldLayoutId id="2147485625" r:id="rId47"/>
    <p:sldLayoutId id="2147485626" r:id="rId48"/>
    <p:sldLayoutId id="2147485627" r:id="rId49"/>
    <p:sldLayoutId id="2147485628" r:id="rId50"/>
    <p:sldLayoutId id="2147485629" r:id="rId51"/>
    <p:sldLayoutId id="2147485630" r:id="rId52"/>
    <p:sldLayoutId id="2147485631" r:id="rId53"/>
    <p:sldLayoutId id="2147485632" r:id="rId54"/>
    <p:sldLayoutId id="2147485633" r:id="rId55"/>
    <p:sldLayoutId id="2147485634" r:id="rId56"/>
    <p:sldLayoutId id="2147485635" r:id="rId57"/>
    <p:sldLayoutId id="2147485636" r:id="rId58"/>
    <p:sldLayoutId id="2147485637" r:id="rId59"/>
    <p:sldLayoutId id="2147485638" r:id="rId60"/>
    <p:sldLayoutId id="2147485639" r:id="rId61"/>
    <p:sldLayoutId id="2147485640" r:id="rId62"/>
    <p:sldLayoutId id="2147485641" r:id="rId63"/>
    <p:sldLayoutId id="2147485642" r:id="rId64"/>
    <p:sldLayoutId id="2147485643" r:id="rId65"/>
    <p:sldLayoutId id="2147485644" r:id="rId66"/>
    <p:sldLayoutId id="2147485645" r:id="rId67"/>
    <p:sldLayoutId id="2147485646" r:id="rId68"/>
    <p:sldLayoutId id="2147485647" r:id="rId69"/>
    <p:sldLayoutId id="2147485648" r:id="rId70"/>
    <p:sldLayoutId id="2147485649" r:id="rId71"/>
    <p:sldLayoutId id="2147485650" r:id="rId7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B194D5-69C0-73AF-725B-DBCF4EB65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B710757-E020-3C73-B0F9-607DDF722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A41DA3-EA32-6BA0-AF6C-1E8D93E43F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4D83C-FCED-B495-B07A-298F21F01814}"/>
              </a:ext>
            </a:extLst>
          </p:cNvPr>
          <p:cNvSpPr txBox="1"/>
          <p:nvPr/>
        </p:nvSpPr>
        <p:spPr>
          <a:xfrm>
            <a:off x="4127619" y="555476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7315A-DC4C-D128-0D9A-AE5AD5B88FCE}"/>
              </a:ext>
            </a:extLst>
          </p:cNvPr>
          <p:cNvSpPr txBox="1"/>
          <p:nvPr/>
        </p:nvSpPr>
        <p:spPr>
          <a:xfrm>
            <a:off x="10400232" y="6135880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B1A21-0E81-C79C-439E-BD5CA834493D}"/>
              </a:ext>
            </a:extLst>
          </p:cNvPr>
          <p:cNvSpPr txBox="1"/>
          <p:nvPr/>
        </p:nvSpPr>
        <p:spPr>
          <a:xfrm>
            <a:off x="11254811" y="608460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1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573842-1F9C-FEF2-D3CA-1CB16E7A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ED38D-C285-8688-E8CB-9017C9DAE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0637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1E7F54-2C49-700F-B329-6372FFE3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E36CB-C143-E411-9CB3-EA45AC32F2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5769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10EF93-9E89-9268-58BD-9962A630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9263E-1927-658C-67FA-FB3085F53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41E8FDC-2BCC-B956-AA07-9C1815BB91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5611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86B20-0F2B-82A2-3B2D-740F4FFF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C99DCF-BFED-5B95-9518-074C63EDB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930E16-838C-6F3A-411D-C81275A240D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E733979-1803-7FB7-FF48-5B18250C63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1751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0E3D37-D2FF-ED10-B083-0A14AA87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4821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CC9128-15D4-4AA9-DAFE-4BE26A1F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9670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CDEEAC-20C4-C6B2-FF8D-613DA467A4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9C197D-768E-97BA-927B-179CF05180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107E3F-2BF6-E307-2841-94B47C58B5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51527E-9B5E-788D-E22B-D6801CEBA3E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40DA03E-FD85-D37D-377D-B9CB562085F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5245B3-72E8-EA14-3622-124ABC43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58B4A-1B42-EC40-8A4B-EB9E55FAE383}"/>
              </a:ext>
            </a:extLst>
          </p:cNvPr>
          <p:cNvSpPr txBox="1"/>
          <p:nvPr/>
        </p:nvSpPr>
        <p:spPr>
          <a:xfrm>
            <a:off x="-1406769" y="-793820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17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A13BBE0-9AB1-EF88-F51D-7667D4EB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7928A7-E2DB-243A-C279-72E204D5D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81434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7CED40-890E-0A27-389B-E3859A22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340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B72320-3334-864F-3A35-61E846427076}"/>
              </a:ext>
            </a:extLst>
          </p:cNvPr>
          <p:cNvSpPr txBox="1"/>
          <p:nvPr/>
        </p:nvSpPr>
        <p:spPr>
          <a:xfrm>
            <a:off x="3828516" y="340122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CD54B-A8AE-550F-5B25-23E16C34C998}"/>
              </a:ext>
            </a:extLst>
          </p:cNvPr>
          <p:cNvSpPr txBox="1"/>
          <p:nvPr/>
        </p:nvSpPr>
        <p:spPr>
          <a:xfrm>
            <a:off x="2589376" y="347813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56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STYLE_ID" val="2xL11tvi"/>
  <p:tag name="EE4P_STYLE_NAME" val="SDAIA Grid 16:9 English"/>
  <p:tag name="EE4P_AGENDAWIZARD" val="&lt;ee4p&gt;&lt;layouts&gt;&lt;layout name=&quot;Section Header&quot; id=&quot;227_1-1&quot;&gt;&lt;standard&gt;&lt;textframe horizontalAnchor=&quot;1&quot; marginBottom=&quot;0&quot; marginLeft=&quot;0&quot; marginRight=&quot;0&quot; marginTop=&quot;0&quot; orientation=&quot;1&quot; verticalAnchor=&quot;1&quot; /&gt;&lt;font name=&quot;Arial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position left=&quot;395.4111&quot; top=&quot;116.9109&quot; width=&quot;515.0769&quot; height=&quot;345.2203&quot; /&gt;&lt;!--&#10;      &lt;subtitle&gt;&#10;      &#10;        &lt;position left=&quot;197.597&quot; top=&quot;369.3848&quot; width=&quot;123.634&quot; height=&quot;115.6044&quot; autoshape=&quot;1&quot; rotation=&quot;0&quot; /&gt;&#10;        &lt;line visible=&quot;1&quot; weight=&quot;0.75&quot; style=&quot;1&quot; dashStyle=&quot;1&quot; foreColor=&quot;14&quot; /&gt;&#10;        &lt;fill visible=&quot;0&quot; /&gt;&#10;        &lt;textframe horizontalAnchor=&quot;1&quot; verticalAnchor=&quot;1&quot; orientation=&quot;1&quot; wordWrap=&quot;1&quot; autoSize=&quot;0&quot; marginLeft=&quot;8.503937&quot; marginRight=&quot;0&quot; marginTop=&quot;14.17323&quot; marginBottom=&quot;0&quot; /&gt;&#10;        &lt;paragraphformat alignment=&quot;1&quot; lineRuleBefore=&quot;0&quot; lineRuleWithin=&quot;1&quot; lineRuleAfter=&quot;0&quot; spaceBefore=&quot;0&quot; spaceWithin=&quot;0.95&quot; spaceAfter=&quot;0&quot; /&gt;&#10;        &lt;font name=&quot;Arial&quot; size=&quot;10&quot; bold=&quot;0&quot; italic=&quot;0&quot; underlineStyle=&quot;0&quot; color=&quot;#ffffff&quot; spacing=&quot;0&quot; kerning=&quot;12&quot; /&gt;&#10;      &#10;      &lt;/subtitle&gt;&#10;      --&gt;&lt;settings allowedSizingModeIds=&quot;1|2&quot; allowedFontSizes=&quot;8|9|10.5|11|12|14|16|18|20|22|24&quot; allowedTimeFormatIds=&quot;1|2|3&quot; slideLayout=&quot;11&quot; customLayoutName=&quot;Blank green|Presentation¦Blank green&quot; customLayoutIndex=&quot;&quot; showBreak=&quot;0&quot; singleAgendaSlideSelected=&quot;0&quot; backupSlideTitle=&quot;Unused Slides&quot; topMargin=&quot;0&quot; leftMargin=&quot;0&quot; allowedLevels=&quot;2&quot; itemNoFormats=&quot;{1}¦{1}.{2}¦{3:alphaLC}¦{3:alphaLC}.{4:alphaLC}&quot; customLayoutNameBackup=&quot;Special gray|Presentation¦Special gray&quot; titlePrompt=&quot;Insert Title&quot; namePrompt=&quot;Insert Date&quot; /&gt;&lt;cases&gt;&lt;case level=&quot;1&quot; single=&quot;1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pageno&quot; type=&quot;autoshape&quot; autoShapeType=&quot;1&quot;&gt;&lt;paragraphformat alignment=&quot;3&quot; /&gt;&lt;/element&gt;&lt;/case&gt;&lt;case level=&quot;2&quot; single=&quot;1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relativeSize=&quot;0.75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pageno&quot; type=&quot;autoshape&quot; autoShapeType=&quot;1&quot;&gt;&lt;paragraphformat alignment=&quot;3&quot; /&gt;&lt;font relativeSize=&quot;0.75&quot; /&gt;&lt;/element&gt;&lt;/case&gt;&lt;/cases&gt;&lt;elements&gt;&lt;element type=&quot;autoshape&quot; autoShapeType=&quot;1&quot; value=&quot;%agendaTitle%&quot; slideType=&quot;1&quot;&gt;&lt;position left=&quot;-345.68251&quot; top=&quot;-45.376146&quot; width=&quot;271.5024&quot; height=&quot;274.732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0&quot; marginRight=&quot;0&quot; marginTop=&quot;19.84252&quot; marginBottom=&quot;0&quot; /&gt;&lt;paragraphformat alignment=&quot;2&quot; lineRuleBefore=&quot;0&quot; lineRuleWithin=&quot;1&quot; lineRuleAfter=&quot;0&quot; spaceBefore=&quot;0&quot; spaceWithin=&quot;0.95&quot; spaceAfter=&quot;0&quot; /&gt;&lt;font name=&quot;Arial&quot; size=&quot;54&quot; bold=&quot;0&quot; italic=&quot;0&quot; underlineStyle=&quot;0&quot; color=&quot;#ffffff&quot; spacing=&quot;0&quot; kerning=&quot;12&quot; /&gt;&lt;/element&gt;&lt;element type=&quot;autoshape&quot; autoShapeType=&quot;1&quot; value=&quot;%agendaName%&quot; slideType=&quot;1&quot;&gt;&lt;position left=&quot;-197.81411&quot; top=&quot;252.473934&quot; width=&quot;123.634&quot; height=&quot;115.6044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8.503937&quot; marginRight=&quot;0&quot; marginTop=&quot;14.17323&quot; marginBottom=&quot;0&quot; /&gt;&lt;paragraphformat alignment=&quot;1&quot; lineRuleBefore=&quot;0&quot; lineRuleWithin=&quot;1&quot; lineRuleAfter=&quot;0&quot; spaceBefore=&quot;0&quot; spaceWithin=&quot;0.95&quot; spaceAfter=&quot;0&quot; /&gt;&lt;font name=&quot;Arial&quot; size=&quot;10&quot; bold=&quot;0&quot; italic=&quot;0&quot; underlineStyle=&quot;0&quot; color=&quot;#ffffff&quot; spacing=&quot;0&quot; kerning=&quot;12&quot; /&gt;&lt;/element&gt;&lt;element type=&quot;autoshape&quot; autoShapeType=&quot;1&quot; value=&quot;&quot; slideType=&quot;1&quot;&gt;&lt;position left=&quot;-286.10831&quot; top=&quot;252.473934&quot; width=&quot;73.17614&quot; height=&quot;78.41528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&quot; slideType=&quot;2&quot;&gt;&lt;position left=&quot;-294.2502816&quot; top=&quot;-4.4596064&quot; width=&quot;74.61984&quot; height=&quot;74.61984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%topic%&quot; slideType=&quot;2&quot;&gt;&lt;position left=&quot;-294.2502816&quot; top=&quot;93.1711075&quot; width=&quot;758.6493&quot; height=&quot;252.258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4&quot; orientation=&quot;1&quot; wordWrap=&quot;1&quot; autoSize=&quot;0&quot; marginLeft=&quot;21.6&quot; marginRight=&quot;21.6&quot; marginTop=&quot;21.6&quot; marginBottom=&quot;10.8&quot; /&gt;&lt;paragraphformat alignment=&quot;1&quot; lineRuleBefore=&quot;0&quot; lineRuleWithin=&quot;0&quot; lineRuleAfter=&quot;0&quot; spaceBefore=&quot;0&quot; spaceWithin=&quot;60&quot; spaceAfter=&quot;0&quot; /&gt;&lt;font name=&quot;Arial&quot; size=&quot;54&quot; bold=&quot;0&quot; italic=&quot;0&quot; underlineStyle=&quot;0&quot; color=&quot;#ffffff&quot; spacing=&quot;0&quot; kerning=&quot;12&quot; /&gt;&lt;/element&gt;&lt;/elements&gt;&lt;/layout&gt;&lt;/layouts&gt;&lt;contents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layoutId=&quot;227_1-1&quot; createSections=&quot;0&quot;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items /&gt;&lt;/agenda&gt;&lt;/contents&gt;&lt;/ee4p&gt;"/>
  <p:tag name="EE4P_MASTERWIZARD_DRAFT" val="1"/>
  <p:tag name="EE4P_MASTERWIZARD_MARGINS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u26xgoHsfKBGVd4NeDk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2aINs7O0LeNwomu4S7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q4pdI85KxEp8A10Cqj9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XjewH6m3kLN5vHIEDdG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rdVxDyQwKmWmLQZjOy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7FZqGw6JWOU2QdQT9Z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R2bJG5unlM01AGVFM.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Arv6YSnVSrwvZAJXmp7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Jxocg3LQmrJzEdDGhJ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tdzlG.pDawxhE1fo46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qY4_d4Pc682dnAybFO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n9K7pWAQ5AqGnu1HAv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WXTdTobFlCV7UeRK8.V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2NFYtf9pR7rYKpQOVBR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YIBx4b7WRPy96EPoPdP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6b773h1174nHcBhJlRw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vyFxjk9My.rX1wXa288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HDzhK924qVjkOiKPbms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ZIT_PIqOpoxFSkakh53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2fOT6Zsh6QAUJocZTx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zEO9aYE3ibn9Q3Ji9WA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WFAaMmVl7WEmwj3dV9b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irTc5J59wgUkBtV6SM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JFato_7QwzD9ykZoVA4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Om7LKrXqmWkQh0HkADX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NqD0U5dPiFAJrbIun.2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iHn7WSs5QlOamn6NLho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B0vFvTtDrvX9bBbksXw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qELpw2Miv1Os3OcIu33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IF8zjFYVtP.CxMCekQ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ZAIQAY1GIHZB0ao5GS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b51OnDYtph6wWyoMMjN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kMqUdBByrULOZTf3bz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fYaTTSYO91uyNqD0qm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noBEIfMicXLbRD5EnA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_JHAt3XM7odl1LNeE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AFgafNTZ.lH7gQVXxzM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x_soVwWqJBE4IItJ466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dAkIUGhgMKUYRUHzHJa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TtQpk_RbfPxyyKWet9o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heme/theme1.xml><?xml version="1.0" encoding="utf-8"?>
<a:theme xmlns:a="http://schemas.openxmlformats.org/drawingml/2006/main" name="SDAIA Grid 16:9 English">
  <a:themeElements>
    <a:clrScheme name="SDAIA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sdaia">
      <a:majorFont>
        <a:latin typeface="Markazi Text SemiBold"/>
        <a:ea typeface=""/>
        <a:cs typeface="Markazi Text SemiBold"/>
      </a:majorFont>
      <a:minorFont>
        <a:latin typeface="Markazi Text"/>
        <a:ea typeface=""/>
        <a:cs typeface="Markazi Tex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3370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القالب الموحد للتقارير - انجليزي" id="{F4BCF3C1-55B2-4D56-AB6C-6B144D392248}" vid="{BCB58C9C-2A93-4F60-8A25-B06268FB9F5C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1fbf8189-efa5-44ea-88a5-03d30663fcf2">3</Category>
    <Icon xmlns="1fbf8189-efa5-44ea-88a5-03d30663fcf2">
      <Url xsi:nil="true"/>
      <Description xsi:nil="true"/>
    </Icon>
    <ItemSort xmlns="1fbf8189-efa5-44ea-88a5-03d30663fcf2" xsi:nil="true"/>
    <ShowInSdaiaHubSort xmlns="1fbf8189-efa5-44ea-88a5-03d30663fcf2" xsi:nil="true"/>
    <ShowInSdaiaHub xmlns="1fbf8189-efa5-44ea-88a5-03d30663fcf2">Yes</ShowInSdaiaHub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9C66F0D9B2D478613CA736C20D80F" ma:contentTypeVersion="7" ma:contentTypeDescription="Create a new document." ma:contentTypeScope="" ma:versionID="f20b51aab6fb4e0242055dc43001b166">
  <xsd:schema xmlns:xsd="http://www.w3.org/2001/XMLSchema" xmlns:xs="http://www.w3.org/2001/XMLSchema" xmlns:p="http://schemas.microsoft.com/office/2006/metadata/properties" xmlns:ns2="1fbf8189-efa5-44ea-88a5-03d30663fcf2" targetNamespace="http://schemas.microsoft.com/office/2006/metadata/properties" ma:root="true" ma:fieldsID="1a86a61878db8357636f8729e38565c2" ns2:_="">
    <xsd:import namespace="1fbf8189-efa5-44ea-88a5-03d30663fcf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Category_x003a_Title" minOccurs="0"/>
                <xsd:element ref="ns2:Category_x003a_ID" minOccurs="0"/>
                <xsd:element ref="ns2:Icon" minOccurs="0"/>
                <xsd:element ref="ns2:ItemSort" minOccurs="0"/>
                <xsd:element ref="ns2:ShowInSdaiaHub" minOccurs="0"/>
                <xsd:element ref="ns2:ShowInSdaiaHubSor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f8189-efa5-44ea-88a5-03d30663fcf2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list="{83a57ca3-87ab-4a0d-9d9c-7ed2ee41f669}" ma:internalName="Category" ma:showField="Title">
      <xsd:simpleType>
        <xsd:restriction base="dms:Lookup"/>
      </xsd:simpleType>
    </xsd:element>
    <xsd:element name="Category_x003a_Title" ma:index="9" nillable="true" ma:displayName="Category:Title" ma:list="{83a57ca3-87ab-4a0d-9d9c-7ed2ee41f669}" ma:internalName="Category_x003a_Title" ma:readOnly="true" ma:showField="Title" ma:web="62cfc31f-9d83-4552-93d2-ad5b7c877465">
      <xsd:simpleType>
        <xsd:restriction base="dms:Lookup"/>
      </xsd:simpleType>
    </xsd:element>
    <xsd:element name="Category_x003a_ID" ma:index="10" nillable="true" ma:displayName="Category:ID" ma:list="{83a57ca3-87ab-4a0d-9d9c-7ed2ee41f669}" ma:internalName="Category_x003a_ID" ma:readOnly="true" ma:showField="ID" ma:web="62cfc31f-9d83-4552-93d2-ad5b7c877465">
      <xsd:simpleType>
        <xsd:restriction base="dms:Lookup"/>
      </xsd:simpleType>
    </xsd:element>
    <xsd:element name="Icon" ma:index="11" nillable="true" ma:displayName="Icon" ma:format="Image" ma:internalName="Ico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temSort" ma:index="12" nillable="true" ma:displayName="ItemSort" ma:internalName="ItemSort">
      <xsd:simpleType>
        <xsd:restriction base="dms:Number">
          <xsd:minInclusive value="1"/>
        </xsd:restriction>
      </xsd:simpleType>
    </xsd:element>
    <xsd:element name="ShowInSdaiaHub" ma:index="13" nillable="true" ma:displayName="ShowInSdaiaHub" ma:default="No" ma:format="Dropdown" ma:internalName="ShowInSdaiaHub">
      <xsd:simpleType>
        <xsd:restriction base="dms:Choice">
          <xsd:enumeration value="No"/>
          <xsd:enumeration value="Yes"/>
        </xsd:restriction>
      </xsd:simpleType>
    </xsd:element>
    <xsd:element name="ShowInSdaiaHubSort" ma:index="14" nillable="true" ma:displayName="ShowInSdaiaHubSort" ma:internalName="ShowInSdaiaHubSort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isl xmlns:xsd="http://www.w3.org/2001/XMLSchema" xmlns:xsi="http://www.w3.org/2001/XMLSchema-instance" xmlns="http://www.boldonjames.com/2008/01/sie/internal/label" sislVersion="0" policy="70fe81c6-8401-4cfc-9ef6-4071ef5e3673" origin="userSelected">
  <element uid="0552750f-5859-4f24-a10a-0f241d9075eb" value=""/>
</sisl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72F12A-C688-4151-ACCF-0041497C9DC1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fbf8189-efa5-44ea-88a5-03d30663fcf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0BC5F7C-9EF5-41C8-9435-3A03C5B840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f8189-efa5-44ea-88a5-03d30663f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07F5C4-40FC-482C-93FF-21E457D7AFEA}">
  <ds:schemaRefs>
    <ds:schemaRef ds:uri="http://www.w3.org/2001/XMLSchema"/>
    <ds:schemaRef ds:uri="http://www.boldonjames.com/2008/01/sie/internal/label"/>
  </ds:schemaRefs>
</ds:datastoreItem>
</file>

<file path=customXml/itemProps4.xml><?xml version="1.0" encoding="utf-8"?>
<ds:datastoreItem xmlns:ds="http://schemas.openxmlformats.org/officeDocument/2006/customXml" ds:itemID="{474025F8-DC2A-437B-8451-4AB0803710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القالب الموحد للتقارير - انجليزي</Template>
  <TotalTime>3225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10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  <vt:variant>
        <vt:lpstr>Custom Shows</vt:lpstr>
      </vt:variant>
      <vt:variant>
        <vt:i4>1</vt:i4>
      </vt:variant>
    </vt:vector>
  </HeadingPairs>
  <TitlesOfParts>
    <vt:vector size="20" baseType="lpstr">
      <vt:lpstr>Arial</vt:lpstr>
      <vt:lpstr>Calibri</vt:lpstr>
      <vt:lpstr>DIN Next LT Arabic</vt:lpstr>
      <vt:lpstr>Markazi Text</vt:lpstr>
      <vt:lpstr>Markazi Text SemiBold</vt:lpstr>
      <vt:lpstr>Trebuchet MS</vt:lpstr>
      <vt:lpstr>SDAIA Grid 16:9 English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Format Guide Workshop</vt:lpstr>
    </vt:vector>
  </TitlesOfParts>
  <Company>The 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Data Engineering for AI Systems</dc:title>
  <dc:creator>Trainer LearningSpace</dc:creator>
  <cp:keywords>public</cp:keywords>
  <cp:lastModifiedBy>Shaikha Adel Mohammed Alkhathlan</cp:lastModifiedBy>
  <cp:revision>203</cp:revision>
  <cp:lastPrinted>1999-12-31T16:00:00Z</cp:lastPrinted>
  <dcterms:created xsi:type="dcterms:W3CDTF">2026-05-15T21:31:48Z</dcterms:created>
  <dcterms:modified xsi:type="dcterms:W3CDTF">2026-07-23T09:09:42Z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docIndexRef">
    <vt:lpwstr>7c63872c-3197-456d-b742-0697d38c417b</vt:lpwstr>
  </property>
  <property fmtid="{D5CDD505-2E9C-101B-9397-08002B2CF9AE}" pid="8" name="bjClsUserRVM">
    <vt:lpwstr>[]</vt:lpwstr>
  </property>
  <property fmtid="{D5CDD505-2E9C-101B-9397-08002B2CF9AE}" pid="9" name="bjSaver">
    <vt:lpwstr>yV/Tp1yfirG1AXo6ReVy01wxYy7Lbc11</vt:lpwstr>
  </property>
  <property fmtid="{D5CDD505-2E9C-101B-9397-08002B2CF9AE}" pid="10" name="bjDocumentLabelXML">
    <vt:lpwstr>&lt;?xml version="1.0" encoding="us-ascii"?&gt;&lt;sisl xmlns:xsd="http://www.w3.org/2001/XMLSchema" xmlns:xsi="http://www.w3.org/2001/XMLSchema-instance" sislVersion="0" policy="70fe81c6-8401-4cfc-9ef6-4071ef5e3673" origin="userSelected" xmlns="http://www.boldonj</vt:lpwstr>
  </property>
  <property fmtid="{D5CDD505-2E9C-101B-9397-08002B2CF9AE}" pid="11" name="bjDocumentLabelXML-0">
    <vt:lpwstr>ames.com/2008/01/sie/internal/label"&gt;&lt;element uid="0552750f-5859-4f24-a10a-0f241d9075eb" value="" /&gt;&lt;/sisl&gt;</vt:lpwstr>
  </property>
  <property fmtid="{D5CDD505-2E9C-101B-9397-08002B2CF9AE}" pid="12" name="bjDocumentSecurityLabel">
    <vt:lpwstr>Public - عام</vt:lpwstr>
  </property>
  <property fmtid="{D5CDD505-2E9C-101B-9397-08002B2CF9AE}" pid="13" name="bjSlideMasterFooterText">
    <vt:lpwstr>عام</vt:lpwstr>
  </property>
  <property fmtid="{D5CDD505-2E9C-101B-9397-08002B2CF9AE}" pid="14" name="ContentTypeId">
    <vt:lpwstr>0x010100ECB9C66F0D9B2D478613CA736C20D80F</vt:lpwstr>
  </property>
</Properties>
</file>